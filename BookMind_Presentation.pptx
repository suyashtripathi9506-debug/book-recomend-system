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BookMind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Simple Book Recommendation UI</a:t>
            </a:r>
          </a:p>
          <a:p>
            <a:r>
              <a:t>Black text on White background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Popular Books List</a:t>
            </a:r>
          </a:p>
          <a:p>
            <a:r>
              <a:t>• AI Recommendations</a:t>
            </a:r>
          </a:p>
          <a:p>
            <a:r>
              <a:t>• Clean UI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React JS</a:t>
            </a:r>
          </a:p>
          <a:p>
            <a:r>
              <a:t>• API Integration</a:t>
            </a:r>
          </a:p>
          <a:p>
            <a:r>
              <a:t>• OpenLibrary Covers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enters book → API fetches similar books → Results shown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Minimal</a:t>
            </a:r>
          </a:p>
          <a:p>
            <a:r>
              <a:t>Black Text</a:t>
            </a:r>
          </a:p>
          <a:p>
            <a:r>
              <a:t>White Background</a:t>
            </a:r>
          </a:p>
          <a:p>
            <a:r>
              <a:t>Easy to Read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